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69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712D"/>
    <a:srgbClr val="EAEEEF"/>
    <a:srgbClr val="E9EDE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154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260DC-7430-40AD-AAC8-FFF86FF15C88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E8084-1B5C-46BE-B787-29674F3250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71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E8084-1B5C-46BE-B787-29674F32509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3035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0B2F9-1105-CF03-0E0C-92478B7DC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6B6030F-1060-627E-7356-0FA83AD7E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6D8209F-2032-AA7D-639F-D830E5A21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426D82-BA1C-8454-80AF-1ED5F5B4E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2E8084-1B5C-46BE-B787-29674F32509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777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video" Target="../media/media4.mp4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15.png"/><Relationship Id="rId3" Type="http://schemas.microsoft.com/office/2007/relationships/media" Target="../media/media2.mp4"/><Relationship Id="rId21" Type="http://schemas.openxmlformats.org/officeDocument/2006/relationships/image" Target="../media/image18.png"/><Relationship Id="rId7" Type="http://schemas.microsoft.com/office/2007/relationships/media" Target="../media/media4.mp4"/><Relationship Id="rId12" Type="http://schemas.openxmlformats.org/officeDocument/2006/relationships/video" Target="../media/media6.mp4"/><Relationship Id="rId17" Type="http://schemas.openxmlformats.org/officeDocument/2006/relationships/image" Target="../media/image14.png"/><Relationship Id="rId2" Type="http://schemas.openxmlformats.org/officeDocument/2006/relationships/video" Target="../media/media1.mp4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microsoft.com/office/2007/relationships/media" Target="../media/media6.mp4"/><Relationship Id="rId5" Type="http://schemas.microsoft.com/office/2007/relationships/media" Target="../media/media3.mp4"/><Relationship Id="rId15" Type="http://schemas.openxmlformats.org/officeDocument/2006/relationships/image" Target="../media/image12.png"/><Relationship Id="rId10" Type="http://schemas.openxmlformats.org/officeDocument/2006/relationships/video" Target="../media/media5.mp4"/><Relationship Id="rId19" Type="http://schemas.openxmlformats.org/officeDocument/2006/relationships/image" Target="../media/image16.png"/><Relationship Id="rId4" Type="http://schemas.openxmlformats.org/officeDocument/2006/relationships/video" Target="../media/media2.mp4"/><Relationship Id="rId9" Type="http://schemas.microsoft.com/office/2007/relationships/media" Target="../media/media5.mp4"/><Relationship Id="rId1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ideo" Target="../media/media10.mp4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21.png"/><Relationship Id="rId3" Type="http://schemas.microsoft.com/office/2007/relationships/media" Target="../media/media8.mp4"/><Relationship Id="rId21" Type="http://schemas.openxmlformats.org/officeDocument/2006/relationships/image" Target="../media/image24.png"/><Relationship Id="rId7" Type="http://schemas.microsoft.com/office/2007/relationships/media" Target="../media/media10.mp4"/><Relationship Id="rId12" Type="http://schemas.openxmlformats.org/officeDocument/2006/relationships/video" Target="../media/media12.mp4"/><Relationship Id="rId17" Type="http://schemas.openxmlformats.org/officeDocument/2006/relationships/image" Target="../media/image20.png"/><Relationship Id="rId2" Type="http://schemas.openxmlformats.org/officeDocument/2006/relationships/video" Target="../media/media7.mp4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microsoft.com/office/2007/relationships/media" Target="../media/media7.mp4"/><Relationship Id="rId6" Type="http://schemas.openxmlformats.org/officeDocument/2006/relationships/video" Target="../media/media9.mp4"/><Relationship Id="rId11" Type="http://schemas.microsoft.com/office/2007/relationships/media" Target="../media/media12.mp4"/><Relationship Id="rId5" Type="http://schemas.microsoft.com/office/2007/relationships/media" Target="../media/media9.mp4"/><Relationship Id="rId15" Type="http://schemas.openxmlformats.org/officeDocument/2006/relationships/image" Target="../media/image12.png"/><Relationship Id="rId10" Type="http://schemas.openxmlformats.org/officeDocument/2006/relationships/video" Target="../media/media11.mp4"/><Relationship Id="rId19" Type="http://schemas.openxmlformats.org/officeDocument/2006/relationships/image" Target="../media/image22.png"/><Relationship Id="rId4" Type="http://schemas.openxmlformats.org/officeDocument/2006/relationships/video" Target="../media/media8.mp4"/><Relationship Id="rId9" Type="http://schemas.microsoft.com/office/2007/relationships/media" Target="../media/media11.mp4"/><Relationship Id="rId1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ideo" Target="../media/media16.mp4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26.png"/><Relationship Id="rId3" Type="http://schemas.microsoft.com/office/2007/relationships/media" Target="../media/media14.mp4"/><Relationship Id="rId21" Type="http://schemas.openxmlformats.org/officeDocument/2006/relationships/image" Target="../media/image29.png"/><Relationship Id="rId7" Type="http://schemas.microsoft.com/office/2007/relationships/media" Target="../media/media16.mp4"/><Relationship Id="rId12" Type="http://schemas.openxmlformats.org/officeDocument/2006/relationships/video" Target="../media/media18.mp4"/><Relationship Id="rId17" Type="http://schemas.openxmlformats.org/officeDocument/2006/relationships/image" Target="../media/image25.png"/><Relationship Id="rId2" Type="http://schemas.openxmlformats.org/officeDocument/2006/relationships/video" Target="../media/media13.mp4"/><Relationship Id="rId16" Type="http://schemas.openxmlformats.org/officeDocument/2006/relationships/image" Target="../media/image12.png"/><Relationship Id="rId20" Type="http://schemas.openxmlformats.org/officeDocument/2006/relationships/image" Target="../media/image28.png"/><Relationship Id="rId1" Type="http://schemas.microsoft.com/office/2007/relationships/media" Target="../media/media13.mp4"/><Relationship Id="rId6" Type="http://schemas.openxmlformats.org/officeDocument/2006/relationships/video" Target="../media/media15.mp4"/><Relationship Id="rId11" Type="http://schemas.microsoft.com/office/2007/relationships/media" Target="../media/media18.mp4"/><Relationship Id="rId5" Type="http://schemas.microsoft.com/office/2007/relationships/media" Target="../media/media15.mp4"/><Relationship Id="rId15" Type="http://schemas.openxmlformats.org/officeDocument/2006/relationships/image" Target="../media/image11.png"/><Relationship Id="rId10" Type="http://schemas.openxmlformats.org/officeDocument/2006/relationships/video" Target="../media/media17.mp4"/><Relationship Id="rId19" Type="http://schemas.openxmlformats.org/officeDocument/2006/relationships/image" Target="../media/image27.png"/><Relationship Id="rId4" Type="http://schemas.openxmlformats.org/officeDocument/2006/relationships/video" Target="../media/media14.mp4"/><Relationship Id="rId9" Type="http://schemas.microsoft.com/office/2007/relationships/media" Target="../media/media17.mp4"/><Relationship Id="rId14" Type="http://schemas.openxmlformats.org/officeDocument/2006/relationships/notesSlide" Target="../notesSlides/notesSlide1.xml"/><Relationship Id="rId22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media" Target="../media/media20.mp4"/><Relationship Id="rId7" Type="http://schemas.openxmlformats.org/officeDocument/2006/relationships/image" Target="../media/image11.png"/><Relationship Id="rId2" Type="http://schemas.openxmlformats.org/officeDocument/2006/relationships/video" Target="../media/media19.mp4"/><Relationship Id="rId1" Type="http://schemas.microsoft.com/office/2007/relationships/media" Target="../media/media19.mp4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32.png"/><Relationship Id="rId4" Type="http://schemas.openxmlformats.org/officeDocument/2006/relationships/video" Target="../media/media20.mp4"/><Relationship Id="rId9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90" y="38100"/>
            <a:ext cx="16256000" cy="9067800"/>
          </a:xfrm>
          <a:prstGeom prst="rect">
            <a:avLst/>
          </a:prstGeom>
        </p:spPr>
      </p:pic>
      <p:sp>
        <p:nvSpPr>
          <p:cNvPr id="3" name="語音泡泡: 矩形 2">
            <a:extLst>
              <a:ext uri="{FF2B5EF4-FFF2-40B4-BE49-F238E27FC236}">
                <a16:creationId xmlns:a16="http://schemas.microsoft.com/office/drawing/2014/main" id="{A5AB432A-C539-46A3-B354-C381FC2D9928}"/>
              </a:ext>
            </a:extLst>
          </p:cNvPr>
          <p:cNvSpPr/>
          <p:nvPr/>
        </p:nvSpPr>
        <p:spPr>
          <a:xfrm>
            <a:off x="660400" y="6019800"/>
            <a:ext cx="4343400" cy="2590800"/>
          </a:xfrm>
          <a:prstGeom prst="wedgeRectCallout">
            <a:avLst>
              <a:gd name="adj1" fmla="val 61307"/>
              <a:gd name="adj2" fmla="val -11560"/>
            </a:avLst>
          </a:prstGeom>
          <a:noFill/>
          <a:ln w="38100"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TW" altLang="en-US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基礎 </a:t>
            </a:r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SAC </a:t>
            </a:r>
            <a:r>
              <a:rPr lang="zh-TW" altLang="en-US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練不起來，是因為其預設的 </a:t>
            </a:r>
            <a:r>
              <a:rPr lang="en-US" altLang="zh-TW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MLP </a:t>
            </a:r>
            <a:r>
              <a:rPr lang="zh-TW" altLang="en-US" sz="24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架構無法從高維且未結構化的人群狀態中提取出「空間拓樸」與「威脅優先級」，導致模型被龐大的無效雜訊淹沒而無法收斂。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821D4DB-BF60-1DDA-DBCC-32C8D331751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08400" y="1524000"/>
            <a:ext cx="9029700" cy="8382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5926EF2-46B9-36A6-FF59-5E797C7F205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500" y="2362200"/>
            <a:ext cx="14262100" cy="6324600"/>
          </a:xfrm>
          <a:prstGeom prst="rect">
            <a:avLst/>
          </a:prstGeom>
        </p:spPr>
      </p:pic>
      <p:pic>
        <p:nvPicPr>
          <p:cNvPr id="7" name="3D330FC2">
            <a:hlinkClick r:id="" action="ppaction://media"/>
            <a:extLst>
              <a:ext uri="{FF2B5EF4-FFF2-40B4-BE49-F238E27FC236}">
                <a16:creationId xmlns:a16="http://schemas.microsoft.com/office/drawing/2014/main" id="{8920F6E2-087C-0432-C7A2-A5B85C81A8D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rcRect l="4747" t="8919" r="10962"/>
          <a:stretch>
            <a:fillRect/>
          </a:stretch>
        </p:blipFill>
        <p:spPr>
          <a:xfrm>
            <a:off x="700067" y="5236572"/>
            <a:ext cx="4446501" cy="3363306"/>
          </a:xfrm>
          <a:prstGeom prst="rect">
            <a:avLst/>
          </a:prstGeom>
        </p:spPr>
      </p:pic>
      <p:pic>
        <p:nvPicPr>
          <p:cNvPr id="8" name="B590100E">
            <a:hlinkClick r:id="" action="ppaction://media"/>
            <a:extLst>
              <a:ext uri="{FF2B5EF4-FFF2-40B4-BE49-F238E27FC236}">
                <a16:creationId xmlns:a16="http://schemas.microsoft.com/office/drawing/2014/main" id="{E06DEC62-1948-934A-4FF5-47607C726D0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7"/>
          <a:srcRect l="4747" t="8919" r="10962"/>
          <a:stretch>
            <a:fillRect/>
          </a:stretch>
        </p:blipFill>
        <p:spPr>
          <a:xfrm>
            <a:off x="709699" y="1533633"/>
            <a:ext cx="4446501" cy="3363306"/>
          </a:xfrm>
          <a:prstGeom prst="rect">
            <a:avLst/>
          </a:prstGeom>
        </p:spPr>
      </p:pic>
      <p:pic>
        <p:nvPicPr>
          <p:cNvPr id="9" name="23F34C81">
            <a:hlinkClick r:id="" action="ppaction://media"/>
            <a:extLst>
              <a:ext uri="{FF2B5EF4-FFF2-40B4-BE49-F238E27FC236}">
                <a16:creationId xmlns:a16="http://schemas.microsoft.com/office/drawing/2014/main" id="{20245F76-FECE-07B6-01EF-B1D68C5AF7D8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8"/>
          <a:srcRect l="4732" t="9362" r="11039"/>
          <a:stretch>
            <a:fillRect/>
          </a:stretch>
        </p:blipFill>
        <p:spPr>
          <a:xfrm>
            <a:off x="5727698" y="1526201"/>
            <a:ext cx="4474837" cy="3370738"/>
          </a:xfrm>
          <a:prstGeom prst="rect">
            <a:avLst/>
          </a:prstGeom>
        </p:spPr>
      </p:pic>
      <p:pic>
        <p:nvPicPr>
          <p:cNvPr id="10" name="31E9CBFA">
            <a:hlinkClick r:id="" action="ppaction://media"/>
            <a:extLst>
              <a:ext uri="{FF2B5EF4-FFF2-40B4-BE49-F238E27FC236}">
                <a16:creationId xmlns:a16="http://schemas.microsoft.com/office/drawing/2014/main" id="{49106533-9F68-F5CA-7E04-13257CB3794B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rcRect l="4604" t="9958" r="11853"/>
          <a:stretch>
            <a:fillRect/>
          </a:stretch>
        </p:blipFill>
        <p:spPr>
          <a:xfrm>
            <a:off x="5727698" y="5236572"/>
            <a:ext cx="4474837" cy="3376067"/>
          </a:xfrm>
          <a:prstGeom prst="rect">
            <a:avLst/>
          </a:prstGeom>
        </p:spPr>
      </p:pic>
      <p:pic>
        <p:nvPicPr>
          <p:cNvPr id="11" name="3681077D">
            <a:hlinkClick r:id="" action="ppaction://media"/>
            <a:extLst>
              <a:ext uri="{FF2B5EF4-FFF2-40B4-BE49-F238E27FC236}">
                <a16:creationId xmlns:a16="http://schemas.microsoft.com/office/drawing/2014/main" id="{BC12644A-53E9-CAFF-C3BC-C8FCA7D7354A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0"/>
          <a:srcRect l="4379" t="9869" r="10822"/>
          <a:stretch>
            <a:fillRect/>
          </a:stretch>
        </p:blipFill>
        <p:spPr>
          <a:xfrm>
            <a:off x="10718798" y="1533634"/>
            <a:ext cx="4520500" cy="3363306"/>
          </a:xfrm>
          <a:prstGeom prst="rect">
            <a:avLst/>
          </a:prstGeom>
        </p:spPr>
      </p:pic>
      <p:pic>
        <p:nvPicPr>
          <p:cNvPr id="12" name="6412901B">
            <a:hlinkClick r:id="" action="ppaction://media"/>
            <a:extLst>
              <a:ext uri="{FF2B5EF4-FFF2-40B4-BE49-F238E27FC236}">
                <a16:creationId xmlns:a16="http://schemas.microsoft.com/office/drawing/2014/main" id="{CA686AF3-E0D4-0108-5B92-EB8AAA8597EA}"/>
              </a:ext>
            </a:extLst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1"/>
          <a:srcRect l="4381" t="9505" r="10819"/>
          <a:stretch>
            <a:fillRect/>
          </a:stretch>
        </p:blipFill>
        <p:spPr>
          <a:xfrm>
            <a:off x="10711791" y="5213480"/>
            <a:ext cx="4527507" cy="33820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62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37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537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587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462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25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 mute="1">
                <p:cTn id="21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24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32748-4B2E-DC28-912E-9173429D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E890549-8C16-A0C9-6993-5340F7808D5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80F3608-306C-25D9-11F7-A332ADD0AD0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08400" y="1524000"/>
            <a:ext cx="9029700" cy="8382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FD9A0A8-00AD-1EA3-9700-4D5F34CF341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2500" y="2362200"/>
            <a:ext cx="14262100" cy="63246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FC8857F7-97AD-EEDF-3368-6323A929669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27600" y="781050"/>
            <a:ext cx="914400" cy="6667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74571E9-FBF8-1A28-FEB0-96A078023300}"/>
              </a:ext>
            </a:extLst>
          </p:cNvPr>
          <p:cNvSpPr/>
          <p:nvPr/>
        </p:nvSpPr>
        <p:spPr>
          <a:xfrm>
            <a:off x="4955219" y="65276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zh-TW" alt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0C36D0CD">
            <a:hlinkClick r:id="" action="ppaction://media"/>
            <a:extLst>
              <a:ext uri="{FF2B5EF4-FFF2-40B4-BE49-F238E27FC236}">
                <a16:creationId xmlns:a16="http://schemas.microsoft.com/office/drawing/2014/main" id="{0A0D2F86-EF54-4204-52CA-645FE868CDC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rcRect l="4501" t="8288" r="10684"/>
          <a:stretch>
            <a:fillRect/>
          </a:stretch>
        </p:blipFill>
        <p:spPr>
          <a:xfrm>
            <a:off x="760650" y="5111884"/>
            <a:ext cx="4392188" cy="3324517"/>
          </a:xfrm>
          <a:prstGeom prst="rect">
            <a:avLst/>
          </a:prstGeom>
        </p:spPr>
      </p:pic>
      <p:pic>
        <p:nvPicPr>
          <p:cNvPr id="14" name="BACD41BA">
            <a:hlinkClick r:id="" action="ppaction://media"/>
            <a:extLst>
              <a:ext uri="{FF2B5EF4-FFF2-40B4-BE49-F238E27FC236}">
                <a16:creationId xmlns:a16="http://schemas.microsoft.com/office/drawing/2014/main" id="{E4B41360-2347-65E8-7F0D-73639C13CE0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7"/>
          <a:srcRect l="4290" t="9354" r="11184"/>
          <a:stretch>
            <a:fillRect/>
          </a:stretch>
        </p:blipFill>
        <p:spPr>
          <a:xfrm>
            <a:off x="760650" y="1652290"/>
            <a:ext cx="4392188" cy="3297145"/>
          </a:xfrm>
          <a:prstGeom prst="rect">
            <a:avLst/>
          </a:prstGeom>
        </p:spPr>
      </p:pic>
      <p:pic>
        <p:nvPicPr>
          <p:cNvPr id="15" name="D0A2A911">
            <a:hlinkClick r:id="" action="ppaction://media"/>
            <a:extLst>
              <a:ext uri="{FF2B5EF4-FFF2-40B4-BE49-F238E27FC236}">
                <a16:creationId xmlns:a16="http://schemas.microsoft.com/office/drawing/2014/main" id="{F40AE35B-7609-0943-28D6-1FF2E2368DF5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8"/>
          <a:srcRect l="4863" t="9795" r="12165"/>
          <a:stretch>
            <a:fillRect/>
          </a:stretch>
        </p:blipFill>
        <p:spPr>
          <a:xfrm>
            <a:off x="5514814" y="5111884"/>
            <a:ext cx="4403886" cy="3351485"/>
          </a:xfrm>
          <a:prstGeom prst="rect">
            <a:avLst/>
          </a:prstGeom>
        </p:spPr>
      </p:pic>
      <p:pic>
        <p:nvPicPr>
          <p:cNvPr id="16" name="57F03BF2">
            <a:hlinkClick r:id="" action="ppaction://media"/>
            <a:extLst>
              <a:ext uri="{FF2B5EF4-FFF2-40B4-BE49-F238E27FC236}">
                <a16:creationId xmlns:a16="http://schemas.microsoft.com/office/drawing/2014/main" id="{9D0E5C6E-C9D5-14FF-761A-0BD6F15FC573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9"/>
          <a:srcRect l="4380" t="10724" r="12150"/>
          <a:stretch>
            <a:fillRect/>
          </a:stretch>
        </p:blipFill>
        <p:spPr>
          <a:xfrm>
            <a:off x="5514814" y="1652289"/>
            <a:ext cx="4403886" cy="3297145"/>
          </a:xfrm>
          <a:prstGeom prst="rect">
            <a:avLst/>
          </a:prstGeom>
        </p:spPr>
      </p:pic>
      <p:pic>
        <p:nvPicPr>
          <p:cNvPr id="17" name="98E89B4D">
            <a:hlinkClick r:id="" action="ppaction://media"/>
            <a:extLst>
              <a:ext uri="{FF2B5EF4-FFF2-40B4-BE49-F238E27FC236}">
                <a16:creationId xmlns:a16="http://schemas.microsoft.com/office/drawing/2014/main" id="{CC3661BE-AEF4-782C-4D9D-ACCC54BCBA9D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0"/>
          <a:srcRect l="4537" t="10283" r="11756"/>
          <a:stretch>
            <a:fillRect/>
          </a:stretch>
        </p:blipFill>
        <p:spPr>
          <a:xfrm>
            <a:off x="10400745" y="5122113"/>
            <a:ext cx="4403886" cy="3304057"/>
          </a:xfrm>
          <a:prstGeom prst="rect">
            <a:avLst/>
          </a:prstGeom>
        </p:spPr>
      </p:pic>
      <p:pic>
        <p:nvPicPr>
          <p:cNvPr id="18" name="56F977B2">
            <a:hlinkClick r:id="" action="ppaction://media"/>
            <a:extLst>
              <a:ext uri="{FF2B5EF4-FFF2-40B4-BE49-F238E27FC236}">
                <a16:creationId xmlns:a16="http://schemas.microsoft.com/office/drawing/2014/main" id="{595ACC97-969D-DC47-A93A-CF21E1BC51AA}"/>
              </a:ext>
            </a:extLst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1"/>
          <a:srcRect l="4045" t="10657" r="12346"/>
          <a:stretch>
            <a:fillRect/>
          </a:stretch>
        </p:blipFill>
        <p:spPr>
          <a:xfrm>
            <a:off x="10396725" y="1652288"/>
            <a:ext cx="4407906" cy="329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52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5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4500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375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4375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4875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>
                <p:cTn id="24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C7798-4075-0B06-E740-FA7CA176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11B3F7C-71EA-E0E9-B481-0CF1138FA74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98A2F0C-2EB6-2993-8116-9CC335A4132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08400" y="1524000"/>
            <a:ext cx="9029700" cy="8382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EA25B54-6D4B-16BB-707D-09934333E49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2500" y="2362200"/>
            <a:ext cx="14262100" cy="63246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5BE01AD-4347-85AF-9B15-79CC4013411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27600" y="781050"/>
            <a:ext cx="914400" cy="6667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DFE3A45-A3E6-0B63-8E88-FFA2CC87F7A7}"/>
              </a:ext>
            </a:extLst>
          </p:cNvPr>
          <p:cNvSpPr/>
          <p:nvPr/>
        </p:nvSpPr>
        <p:spPr>
          <a:xfrm>
            <a:off x="4955219" y="65276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endParaRPr lang="zh-TW" alt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239182FF">
            <a:hlinkClick r:id="" action="ppaction://media"/>
            <a:extLst>
              <a:ext uri="{FF2B5EF4-FFF2-40B4-BE49-F238E27FC236}">
                <a16:creationId xmlns:a16="http://schemas.microsoft.com/office/drawing/2014/main" id="{A5B47489-5F83-D8BE-DECF-C24F81B73E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7"/>
          <a:srcRect l="4950" t="10431" r="11393"/>
          <a:stretch>
            <a:fillRect/>
          </a:stretch>
        </p:blipFill>
        <p:spPr>
          <a:xfrm>
            <a:off x="865942" y="1720542"/>
            <a:ext cx="4644634" cy="3480991"/>
          </a:xfrm>
          <a:prstGeom prst="rect">
            <a:avLst/>
          </a:prstGeom>
        </p:spPr>
      </p:pic>
      <p:pic>
        <p:nvPicPr>
          <p:cNvPr id="8" name="A687E066">
            <a:hlinkClick r:id="" action="ppaction://media"/>
            <a:extLst>
              <a:ext uri="{FF2B5EF4-FFF2-40B4-BE49-F238E27FC236}">
                <a16:creationId xmlns:a16="http://schemas.microsoft.com/office/drawing/2014/main" id="{22DC967C-373F-D34E-09C4-18465DCEAA4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8"/>
          <a:srcRect l="4415" t="10431" r="11015"/>
          <a:stretch>
            <a:fillRect/>
          </a:stretch>
        </p:blipFill>
        <p:spPr>
          <a:xfrm>
            <a:off x="865942" y="5334249"/>
            <a:ext cx="4644634" cy="3443361"/>
          </a:xfrm>
          <a:prstGeom prst="rect">
            <a:avLst/>
          </a:prstGeom>
        </p:spPr>
      </p:pic>
      <p:pic>
        <p:nvPicPr>
          <p:cNvPr id="9" name="5F57E9CC">
            <a:hlinkClick r:id="" action="ppaction://media"/>
            <a:extLst>
              <a:ext uri="{FF2B5EF4-FFF2-40B4-BE49-F238E27FC236}">
                <a16:creationId xmlns:a16="http://schemas.microsoft.com/office/drawing/2014/main" id="{3DB469A2-6189-8330-20AB-C0840492BE9F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9"/>
          <a:srcRect l="5604" t="10211" r="10811"/>
          <a:stretch>
            <a:fillRect/>
          </a:stretch>
        </p:blipFill>
        <p:spPr>
          <a:xfrm>
            <a:off x="5900932" y="1714734"/>
            <a:ext cx="4644636" cy="3492606"/>
          </a:xfrm>
          <a:prstGeom prst="rect">
            <a:avLst/>
          </a:prstGeom>
        </p:spPr>
      </p:pic>
      <p:pic>
        <p:nvPicPr>
          <p:cNvPr id="10" name="7390BB0B">
            <a:hlinkClick r:id="" action="ppaction://media"/>
            <a:extLst>
              <a:ext uri="{FF2B5EF4-FFF2-40B4-BE49-F238E27FC236}">
                <a16:creationId xmlns:a16="http://schemas.microsoft.com/office/drawing/2014/main" id="{B2EDF8BA-A345-EC1F-AD68-6E687FE966EF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0"/>
          <a:srcRect l="4661" t="10456" r="11568"/>
          <a:stretch>
            <a:fillRect/>
          </a:stretch>
        </p:blipFill>
        <p:spPr>
          <a:xfrm>
            <a:off x="5900934" y="5334249"/>
            <a:ext cx="4644634" cy="3475294"/>
          </a:xfrm>
          <a:prstGeom prst="rect">
            <a:avLst/>
          </a:prstGeom>
        </p:spPr>
      </p:pic>
      <p:pic>
        <p:nvPicPr>
          <p:cNvPr id="11" name="2369B84F">
            <a:hlinkClick r:id="" action="ppaction://media"/>
            <a:extLst>
              <a:ext uri="{FF2B5EF4-FFF2-40B4-BE49-F238E27FC236}">
                <a16:creationId xmlns:a16="http://schemas.microsoft.com/office/drawing/2014/main" id="{513644A6-F16B-EDEF-AD16-0187B2BDF3F6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1"/>
          <a:srcRect l="4622" t="9786" r="11492"/>
          <a:stretch>
            <a:fillRect/>
          </a:stretch>
        </p:blipFill>
        <p:spPr>
          <a:xfrm>
            <a:off x="10958154" y="1714734"/>
            <a:ext cx="4660066" cy="3508120"/>
          </a:xfrm>
          <a:prstGeom prst="rect">
            <a:avLst/>
          </a:prstGeom>
        </p:spPr>
      </p:pic>
      <p:pic>
        <p:nvPicPr>
          <p:cNvPr id="12" name="6688E222">
            <a:hlinkClick r:id="" action="ppaction://media"/>
            <a:extLst>
              <a:ext uri="{FF2B5EF4-FFF2-40B4-BE49-F238E27FC236}">
                <a16:creationId xmlns:a16="http://schemas.microsoft.com/office/drawing/2014/main" id="{48BE9EEE-1B58-523E-88A6-CE123BF84513}"/>
              </a:ext>
            </a:extLst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22"/>
          <a:srcRect l="4815" t="9931" r="11528"/>
          <a:stretch>
            <a:fillRect/>
          </a:stretch>
        </p:blipFill>
        <p:spPr>
          <a:xfrm>
            <a:off x="10958154" y="5334339"/>
            <a:ext cx="4660066" cy="3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5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37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687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5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275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87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video>
              <p:cMediaNode vol="80000">
                <p:cTn id="20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2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2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24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38021-2839-5ECC-E45E-F49232AD1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8107BB1-33AE-86A8-DD17-8A490A5D84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5A1A10E-D0DE-74E8-8E64-15E98B9464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8400" y="1524000"/>
            <a:ext cx="9029700" cy="8382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CAA2F66-886F-E5E4-0F32-673691F0D3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2362200"/>
            <a:ext cx="14262100" cy="63246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FFF3840-DAE7-EB01-0AFD-E78E6785FE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7600" y="781050"/>
            <a:ext cx="914400" cy="6667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9D448A5-2016-1D2E-1B3C-AFFF30681864}"/>
              </a:ext>
            </a:extLst>
          </p:cNvPr>
          <p:cNvSpPr/>
          <p:nvPr/>
        </p:nvSpPr>
        <p:spPr>
          <a:xfrm>
            <a:off x="2260600" y="652760"/>
            <a:ext cx="36672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TW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AC-SAC</a:t>
            </a:r>
            <a:r>
              <a:rPr lang="zh-TW" altLang="en-US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en-US" altLang="zh-TW" sz="5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30</a:t>
            </a:r>
            <a:endParaRPr lang="zh-TW" altLang="en-US" sz="5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_ep006_ReachGoal">
            <a:hlinkClick r:id="" action="ppaction://media"/>
            <a:extLst>
              <a:ext uri="{FF2B5EF4-FFF2-40B4-BE49-F238E27FC236}">
                <a16:creationId xmlns:a16="http://schemas.microsoft.com/office/drawing/2014/main" id="{F974E444-F5C5-6E88-0448-E8C6F6EF7F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rcRect l="3782" t="9731" r="10181"/>
          <a:stretch>
            <a:fillRect/>
          </a:stretch>
        </p:blipFill>
        <p:spPr>
          <a:xfrm>
            <a:off x="1053083" y="2243402"/>
            <a:ext cx="6781801" cy="4989975"/>
          </a:xfrm>
          <a:prstGeom prst="rect">
            <a:avLst/>
          </a:prstGeom>
        </p:spPr>
      </p:pic>
      <p:pic>
        <p:nvPicPr>
          <p:cNvPr id="14" name="_ep005_ReachGoal">
            <a:hlinkClick r:id="" action="ppaction://media"/>
            <a:extLst>
              <a:ext uri="{FF2B5EF4-FFF2-40B4-BE49-F238E27FC236}">
                <a16:creationId xmlns:a16="http://schemas.microsoft.com/office/drawing/2014/main" id="{D49AF083-05B3-2AD1-3005-21B7776DCA7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rcRect l="4541" t="8244" r="9421"/>
          <a:stretch>
            <a:fillRect/>
          </a:stretch>
        </p:blipFill>
        <p:spPr>
          <a:xfrm>
            <a:off x="8533382" y="2234205"/>
            <a:ext cx="6781801" cy="507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49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5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6625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57</Words>
  <Application>Microsoft Office PowerPoint</Application>
  <PresentationFormat>自訂</PresentationFormat>
  <Paragraphs>6</Paragraphs>
  <Slides>15</Slides>
  <Notes>2</Notes>
  <HiddenSlides>0</HiddenSlides>
  <MMClips>20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vboxuser</cp:lastModifiedBy>
  <cp:revision>7</cp:revision>
  <dcterms:created xsi:type="dcterms:W3CDTF">2006-08-16T00:00:00Z</dcterms:created>
  <dcterms:modified xsi:type="dcterms:W3CDTF">2026-06-11T13:18:17Z</dcterms:modified>
</cp:coreProperties>
</file>